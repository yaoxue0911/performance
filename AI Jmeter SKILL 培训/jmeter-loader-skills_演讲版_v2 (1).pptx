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jmeter-loader-skills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利用 AI 自动理解 Fiddler 抓包中的业务请求，并转换为 JMeter 性能测试脚本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097280" y="187452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6152" y="201168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234440" y="20482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883664" y="2468880"/>
            <a:ext cx="438912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975104" y="2624328"/>
            <a:ext cx="2560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75104" y="2752344"/>
            <a:ext cx="2560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975104" y="2880360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98448" y="3236976"/>
            <a:ext cx="162763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Fiddler file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09160" y="187452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28032" y="201168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20482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22392" y="2514600"/>
            <a:ext cx="566928" cy="43891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550408" y="2679192"/>
            <a:ext cx="27432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41848" y="2587752"/>
            <a:ext cx="0" cy="27432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10328" y="3236976"/>
            <a:ext cx="162763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SKILL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321040" y="1874520"/>
            <a:ext cx="201168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39912" y="201168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58200" y="204825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107424" y="2468880"/>
            <a:ext cx="438912" cy="566928"/>
          </a:xfrm>
          <a:prstGeom prst="rect">
            <a:avLst/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98864" y="2624328"/>
            <a:ext cx="2560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98864" y="2752344"/>
            <a:ext cx="256032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198864" y="2880360"/>
            <a:ext cx="182880" cy="0"/>
          </a:xfrm>
          <a:prstGeom prst="line">
            <a:avLst/>
          </a:prstGeom>
          <a:noFill/>
          <a:ln w="12700">
            <a:solidFill>
              <a:srgbClr val="11111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22208" y="3236976"/>
            <a:ext cx="1627632" cy="3017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JMeter Script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3337560" y="2834640"/>
            <a:ext cx="123444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49440" y="2834640"/>
            <a:ext cx="123444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188720" y="4407408"/>
            <a:ext cx="982980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45920" y="4700016"/>
            <a:ext cx="8961120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把“分析抓包 → 参数化 → 关联 → 组织脚本”的人工经验固化成 Skill，让 AI 按测试目标生成结构化 JMeter Script。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94360" y="6327648"/>
            <a:ext cx="11018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目标：减少重复人工分析，让性能脚本生成过程可复用、可审阅。</a:t>
            </a:r>
            <a:endParaRPr lang="en-US" sz="1350" dirty="0"/>
          </a:p>
        </p:txBody>
      </p:sp>
      <p:sp>
        <p:nvSpPr>
          <p:cNvPr id="32" name="Shape 30"/>
          <p:cNvSpPr/>
          <p:nvPr/>
        </p:nvSpPr>
        <p:spPr>
          <a:xfrm>
            <a:off x="2971800" y="6656832"/>
            <a:ext cx="6309360" cy="0"/>
          </a:xfrm>
          <a:prstGeom prst="line">
            <a:avLst/>
          </a:prstGeom>
          <a:noFill/>
          <a:ln w="19050">
            <a:solidFill>
              <a:srgbClr val="6B48D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JMeter 的树形结构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性能脚本的运行过程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298448"/>
            <a:ext cx="5715000" cy="4828032"/>
          </a:xfrm>
          <a:prstGeom prst="roundRect">
            <a:avLst>
              <a:gd name="adj" fmla="val 1515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36192"/>
            <a:ext cx="5349240" cy="365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这里放 JMeter 截图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60120" y="1993392"/>
            <a:ext cx="5166360" cy="3520440"/>
          </a:xfrm>
          <a:prstGeom prst="rect">
            <a:avLst/>
          </a:prstGeom>
          <a:solidFill>
            <a:srgbClr val="FFFFFF"/>
          </a:solidFill>
          <a:ln w="1651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3493008"/>
            <a:ext cx="28803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55555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Screenshot Placeholder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903720" y="1371600"/>
            <a:ext cx="4526280" cy="4663440"/>
          </a:xfrm>
          <a:prstGeom prst="roundRect">
            <a:avLst>
              <a:gd name="adj" fmla="val 1616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269480" y="1627632"/>
            <a:ext cx="3749040" cy="34747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简单理解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2057400"/>
            <a:ext cx="338328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423160"/>
            <a:ext cx="3794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JMeter 脚本是树形结构：从上到下执行 Thread Group 下的组件。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269480" y="3246120"/>
            <a:ext cx="3794760" cy="6583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父节点控制流程，子节点通常是请求、参数、提取器、定时器等。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43800" y="4160520"/>
            <a:ext cx="146304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Test Plan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726680" y="4425696"/>
            <a:ext cx="0" cy="36576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26680" y="4791456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5008" y="4681728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Thread Group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247888" y="4956048"/>
            <a:ext cx="0" cy="36576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247888" y="5321808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5212080"/>
            <a:ext cx="164592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HTTP Request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00"/>
            <a:ext cx="0" cy="292608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5779008"/>
            <a:ext cx="274320" cy="0"/>
          </a:xfrm>
          <a:prstGeom prst="line">
            <a:avLst/>
          </a:prstGeom>
          <a:noFill/>
          <a:ln w="19050">
            <a:solidFill>
              <a:srgbClr val="11111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25712" y="5669280"/>
            <a:ext cx="128016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Extractor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人工分析在分析什么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参数化与关联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389888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55080" y="1389888"/>
            <a:ext cx="5120640" cy="4343400"/>
          </a:xfrm>
          <a:prstGeom prst="roundRect">
            <a:avLst>
              <a:gd name="adj" fmla="val 1684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606040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参数化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2194560" y="2029968"/>
            <a:ext cx="20574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39328" y="1664208"/>
            <a:ext cx="1280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关联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973568" y="2029968"/>
            <a:ext cx="205740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17320" y="2542032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27048" y="2633472"/>
            <a:ext cx="33924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case_id=12345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3218688" y="3291840"/>
            <a:ext cx="0" cy="576072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1417320" y="4114800"/>
            <a:ext cx="361188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27048" y="4206240"/>
            <a:ext cx="3392424" cy="38404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case_id=${case_id}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24712" y="5029200"/>
            <a:ext cx="42976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把固定写死的数据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转换成测试运行时可以变化的数据。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59168" y="2331720"/>
            <a:ext cx="182880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68896" y="2423160"/>
            <a:ext cx="160934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GET Inbox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052560" y="2395728"/>
            <a:ext cx="1920240" cy="274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从请求的返回中提取出参数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098280" y="2889504"/>
            <a:ext cx="1508760" cy="493776"/>
          </a:xfrm>
          <a:prstGeom prst="roundRect">
            <a:avLst>
              <a:gd name="adj" fmla="val 14815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8008" y="2980944"/>
            <a:ext cx="1289304" cy="31089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${case_id}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9848088" y="3547872"/>
            <a:ext cx="0" cy="475488"/>
          </a:xfrm>
          <a:prstGeom prst="line">
            <a:avLst/>
          </a:prstGeom>
          <a:noFill/>
          <a:ln w="2540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360920" y="4224528"/>
            <a:ext cx="365760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70648" y="4315968"/>
            <a:ext cx="3438144" cy="69494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GET Case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case_id=${case_id}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03720" y="5257800"/>
            <a:ext cx="4480560" cy="42062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从前置请求 Response 提取动态值，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再传给后续请求。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327648"/>
            <a:ext cx="11018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参数化解决“数据要变化”，关联解决“前后请求要传值”。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2971800" y="6656832"/>
            <a:ext cx="6309360" cy="0"/>
          </a:xfrm>
          <a:prstGeom prst="line">
            <a:avLst/>
          </a:prstGeom>
          <a:noFill/>
          <a:ln w="19050">
            <a:solidFill>
              <a:srgbClr val="6B48D7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人工分析在分析什么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传统 JMeter 脚本生成方式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108356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1481328"/>
            <a:ext cx="10287000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判断哪些字段需要参数化；找出请求之间的关联；根据测试目的调整脚本结构；给不同站点做特殊处理。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85800" y="2304288"/>
            <a:ext cx="3246120" cy="35478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60520" y="2304288"/>
            <a:ext cx="3246120" cy="35478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635240" y="2304288"/>
            <a:ext cx="3246120" cy="3547872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2560320"/>
            <a:ext cx="2880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① 测试压力容易被分散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325880" y="3063240"/>
            <a:ext cx="18745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35608" y="3154680"/>
            <a:ext cx="1655064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Login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  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Home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  ↓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Add Case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4800600"/>
            <a:ext cx="274320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目标是持续 Add Case，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每轮都 Login 会分散压力。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352544" y="2560320"/>
            <a:ext cx="2852928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② 同一功能在不同站点有差别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90288" y="3063240"/>
            <a:ext cx="260604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3154680"/>
            <a:ext cx="2386584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Report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Site A → template_id = 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Site B → template_id = B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00600" y="4846320"/>
            <a:ext cx="2212848" cy="3840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页面、参数、业务逻辑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都可能不同。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955280" y="2560320"/>
            <a:ext cx="26517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③ 人工处理容易出错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21040" y="3154680"/>
            <a:ext cx="192024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0768" y="3246120"/>
            <a:ext cx="1700784" cy="6217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Offender_id？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offender_id?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4343400"/>
            <a:ext cx="2331720" cy="512064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字段名大小写或拼写不同，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都可能导致关联失败。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55280" y="5212080"/>
            <a:ext cx="260604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同一个固定脚本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无法适应所有测试场景。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94360" y="6327648"/>
            <a:ext cx="11018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传统流程真正耗时的部分，是“理解测试目标并做业务判断”。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2971800" y="6656832"/>
            <a:ext cx="6309360" cy="0"/>
          </a:xfrm>
          <a:prstGeom prst="line">
            <a:avLst/>
          </a:prstGeom>
          <a:noFill/>
          <a:ln w="19050">
            <a:solidFill>
              <a:srgbClr val="6B48D7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从人工经验到 jmeter-loader-skills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把日常编写性能脚本的判断规则固化成 Skill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68680" y="128016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993392" y="1572768"/>
            <a:ext cx="192024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人工经验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417320" y="1993392"/>
            <a:ext cx="3108960" cy="0"/>
          </a:xfrm>
          <a:prstGeom prst="line">
            <a:avLst/>
          </a:prstGeom>
          <a:noFill/>
          <a:ln w="15240">
            <a:solidFill>
              <a:srgbClr val="11111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23957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737360" y="23774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哪些请求应该保留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28529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737360" y="28346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哪些参数需要变化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17320" y="33101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737360" y="32918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哪些数据需要关联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17320" y="37673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73736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Transaction 如何组织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17320" y="42245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737360" y="42062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Loop 如何组织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4681728"/>
            <a:ext cx="256032" cy="2286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—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737360" y="4663440"/>
            <a:ext cx="29260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不同测试目标如何处理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349240" y="3520440"/>
            <a:ext cx="77724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6355080" y="1993392"/>
            <a:ext cx="2011680" cy="2697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37960" y="2514600"/>
            <a:ext cx="164592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jmeter-loader-skills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83680" y="3429000"/>
            <a:ext cx="155448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把经验变成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可复用规则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549640" y="3520440"/>
            <a:ext cx="685800" cy="0"/>
          </a:xfrm>
          <a:prstGeom prst="line">
            <a:avLst/>
          </a:prstGeom>
          <a:noFill/>
          <a:ln w="2794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464040" y="1993392"/>
            <a:ext cx="1965960" cy="269748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893808" y="2423160"/>
            <a:ext cx="1097280" cy="4572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AI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9646920" y="3246120"/>
            <a:ext cx="1600200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根据测试需求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生成 JMeter Script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5532120" y="5577840"/>
            <a:ext cx="48006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5760720"/>
            <a:ext cx="4251960" cy="16459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演示具体效果：Fiddler → SKILL → JMeter Script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不同的数据，采用不同的参数化方式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参数化策略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00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367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97280" y="1627632"/>
            <a:ext cx="1325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文件数据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Username / Password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13816" y="2816352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28803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CSV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2880360" y="14173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17520" y="1600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5808" y="16367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83280" y="1627632"/>
            <a:ext cx="1325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动态随机参数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632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Person Name / Driver License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3099816" y="2816352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45536" y="28803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Random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5166360" y="14173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03520" y="1600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21808" y="16367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669280" y="1627632"/>
            <a:ext cx="1325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静态值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3492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Sex / Race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5385816" y="2816352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31536" y="28803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保留 Fiddler 值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7452360" y="14173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89520" y="1600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607808" y="16367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955280" y="1627632"/>
            <a:ext cx="1325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关联参数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76352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person_id / case_id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7671816" y="2816352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17536" y="28803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Response Extractor</a:t>
            </a:r>
            <a:endParaRPr lang="en-US" sz="1020" dirty="0"/>
          </a:p>
        </p:txBody>
      </p:sp>
      <p:sp>
        <p:nvSpPr>
          <p:cNvPr id="32" name="Shape 30"/>
          <p:cNvSpPr/>
          <p:nvPr/>
        </p:nvSpPr>
        <p:spPr>
          <a:xfrm>
            <a:off x="9738360" y="1417320"/>
            <a:ext cx="201168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875520" y="1600200"/>
            <a:ext cx="329184" cy="329184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1111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893808" y="1636776"/>
            <a:ext cx="2926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5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10241280" y="1627632"/>
            <a:ext cx="132588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特殊参数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92124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特殊编码或组合字段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9957816" y="2816352"/>
            <a:ext cx="1572768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970">
            <a:solidFill>
              <a:srgbClr val="11111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003536" y="2880360"/>
            <a:ext cx="14813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2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专门规则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777240" y="3931920"/>
            <a:ext cx="10652760" cy="1993392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5840" y="4160520"/>
            <a:ext cx="1371600" cy="25603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Person 示例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60120" y="468172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33272" y="478231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Username / Password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033272" y="510235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CSV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2679192" y="5074920"/>
            <a:ext cx="2743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3063240" y="468172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136392" y="478231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Person Name / Driver License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3136392" y="510235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Random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4782312" y="5074920"/>
            <a:ext cx="2743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5166360" y="468172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39512" y="478231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Sex / Race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239512" y="510235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Captured Value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6885432" y="5074920"/>
            <a:ext cx="2743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3" name="Shape 51"/>
          <p:cNvSpPr/>
          <p:nvPr/>
        </p:nvSpPr>
        <p:spPr>
          <a:xfrm>
            <a:off x="7269480" y="468172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342632" y="478231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Add Person Response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7342632" y="510235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Extract ${person_id}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8988552" y="5074920"/>
            <a:ext cx="274320" cy="0"/>
          </a:xfrm>
          <a:prstGeom prst="line">
            <a:avLst/>
          </a:prstGeom>
          <a:noFill/>
          <a:ln w="17780">
            <a:solidFill>
              <a:srgbClr val="111111"/>
            </a:solidFill>
            <a:prstDash val="solid"/>
            <a:headEnd type="none"/>
            <a:tailEnd type="triangle"/>
          </a:ln>
        </p:spPr>
      </p:sp>
      <p:sp>
        <p:nvSpPr>
          <p:cNvPr id="57" name="Shape 55"/>
          <p:cNvSpPr/>
          <p:nvPr/>
        </p:nvSpPr>
        <p:spPr>
          <a:xfrm>
            <a:off x="9372600" y="4681728"/>
            <a:ext cx="1664208" cy="786384"/>
          </a:xfrm>
          <a:prstGeom prst="roundRect">
            <a:avLst>
              <a:gd name="adj" fmla="val 9302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45752" y="478231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Create Report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9445752" y="5102352"/>
            <a:ext cx="1517904" cy="21031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person_id=${person_id}</a:t>
            </a:r>
            <a:endParaRPr lang="en-US" sz="1050" dirty="0"/>
          </a:p>
        </p:txBody>
      </p:sp>
      <p:sp>
        <p:nvSpPr>
          <p:cNvPr id="60" name="Text 58"/>
          <p:cNvSpPr/>
          <p:nvPr/>
        </p:nvSpPr>
        <p:spPr>
          <a:xfrm>
            <a:off x="594360" y="6327648"/>
            <a:ext cx="1101852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核心不是“全部随机”，而是根据业务语义选择合适的取值方式。</a:t>
            </a:r>
            <a:endParaRPr lang="en-US" sz="1350" dirty="0"/>
          </a:p>
        </p:txBody>
      </p:sp>
      <p:sp>
        <p:nvSpPr>
          <p:cNvPr id="61" name="Shape 59"/>
          <p:cNvSpPr/>
          <p:nvPr/>
        </p:nvSpPr>
        <p:spPr>
          <a:xfrm>
            <a:off x="2971800" y="6656832"/>
            <a:ext cx="6309360" cy="0"/>
          </a:xfrm>
          <a:prstGeom prst="line">
            <a:avLst/>
          </a:prstGeom>
          <a:noFill/>
          <a:ln w="19050">
            <a:solidFill>
              <a:srgbClr val="6B48D7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82880"/>
            <a:ext cx="11201400" cy="56692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编写 SKILL 的经验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868680" y="786384"/>
            <a:ext cx="1046988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从这次项目中总结出的实践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60120" y="14173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1645920"/>
            <a:ext cx="1737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1. 拆分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063240" y="1581912"/>
            <a:ext cx="7726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参照日常工作流，把复杂的大 Skill 拆分成多个轻量化小 Skill，再按流程串联调用。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960120" y="30175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2. 固化脚本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063240" y="3182112"/>
            <a:ext cx="7726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如果生成内容是确定性的，例如公式计算、JMX 元件属性转换，建议固化成脚本，而不是依赖大模型直接输出。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0120" y="4617720"/>
            <a:ext cx="102412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4846320"/>
            <a:ext cx="1737360" cy="2926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3. 验证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063240" y="4782312"/>
            <a:ext cx="7726680" cy="6400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把验证步骤写进流程。模型可能会自己修正错误，但不能依赖模型自觉验证。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920240" y="6263640"/>
            <a:ext cx="83667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20320">
            <a:solidFill>
              <a:srgbClr val="11111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48840" y="6373368"/>
            <a:ext cx="7909560" cy="128016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algn="ctr" indent="0" marL="0">
              <a:buNone/>
            </a:pPr>
            <a:r>
              <a:rPr lang="en-US" sz="1230" dirty="0">
                <a:solidFill>
                  <a:srgbClr val="111111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总结：大模型负责理解和决策，确定性转换交给脚本，关键结果必须验证。</a:t>
            </a:r>
            <a:endParaRPr lang="en-US" sz="12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im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im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jmeter-loader-skills</dc:title>
  <dc:subject>jmeter-loader-skills presentation revised</dc:subject>
  <dc:creator>OpenAI</dc:creator>
  <cp:lastModifiedBy>OpenAI</cp:lastModifiedBy>
  <cp:revision>1</cp:revision>
  <dcterms:created xsi:type="dcterms:W3CDTF">2026-08-30T05:47:13Z</dcterms:created>
  <dcterms:modified xsi:type="dcterms:W3CDTF">2026-08-30T05:47:13Z</dcterms:modified>
</cp:coreProperties>
</file>